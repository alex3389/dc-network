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342" r:id="rId5"/>
    <p:sldId id="359" r:id="rId6"/>
    <p:sldId id="375" r:id="rId7"/>
    <p:sldId id="373" r:id="rId8"/>
    <p:sldId id="376" r:id="rId9"/>
    <p:sldId id="365" r:id="rId10"/>
    <p:sldId id="382" r:id="rId11"/>
    <p:sldId id="383" r:id="rId12"/>
    <p:sldId id="384" r:id="rId13"/>
    <p:sldId id="372" r:id="rId14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" initials="A" lastIdx="1" clrIdx="0">
    <p:extLst>
      <p:ext uri="{19B8F6BF-5375-455C-9EA6-DF929625EA0E}">
        <p15:presenceInfo xmlns:p15="http://schemas.microsoft.com/office/powerpoint/2012/main" userId="Alex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5388" autoAdjust="0"/>
  </p:normalViewPr>
  <p:slideViewPr>
    <p:cSldViewPr snapToGrid="0" snapToObjects="1" showGuides="1">
      <p:cViewPr varScale="1">
        <p:scale>
          <a:sx n="101" d="100"/>
          <a:sy n="101" d="100"/>
        </p:scale>
        <p:origin x="150" y="51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>
        <p:scale>
          <a:sx n="80" d="100"/>
          <a:sy n="80" d="100"/>
        </p:scale>
        <p:origin x="3996" y="15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pPr rtl="0"/>
            <a:fld id="{170D80F0-0B6E-42C5-98A4-3D8F934A6F73}" type="datetime1">
              <a:rPr lang="ru-RU" smtClean="0"/>
              <a:t>04.08.2026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pPr rtl="0"/>
            <a:fld id="{9E9D61A1-75D9-49F7-83EB-F5872642613A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fld id="{C95BFD6A-701E-4904-8222-6076900F364F}" type="datetime1">
              <a:rPr lang="ru-RU" smtClean="0"/>
              <a:pPr/>
              <a:t>04.08.2026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ru-RU"/>
            </a:defPPr>
          </a:lstStyle>
          <a:p>
            <a:pPr lvl="0" rtl="0"/>
            <a:r>
              <a:rPr lang="ru-RU"/>
              <a:t>Щелкните, чтобы изменить стили текста образца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pPr rtl="0"/>
            <a:fld id="{DEF75CB5-5666-5049-9AE0-38EFD385C21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EF75CB5-5666-5049-9AE0-38EFD385C21E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75999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ru-RU"/>
            </a:pPr>
            <a:fld id="{DEF75CB5-5666-5049-9AE0-38EFD385C21E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ru-RU"/>
              </a:pPr>
              <a:t>2</a:t>
            </a:fld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673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EF75CB5-5666-5049-9AE0-38EFD385C21E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825224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EF75CB5-5666-5049-9AE0-38EFD385C21E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601641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EF75CB5-5666-5049-9AE0-38EFD385C21E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930290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ru-RU"/>
            </a:pPr>
            <a:fld id="{DEF75CB5-5666-5049-9AE0-38EFD385C21E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ru-RU"/>
              </a:pPr>
              <a:t>6</a:t>
            </a:fld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50123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EF75CB5-5666-5049-9AE0-38EFD385C21E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816245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EF75CB5-5666-5049-9AE0-38EFD385C21E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8565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EF75CB5-5666-5049-9AE0-38EFD385C21E}" type="slidenum">
              <a:rPr lang="ru-RU" smtClean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7177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EF75CB5-5666-5049-9AE0-38EFD385C21E}" type="slidenum">
              <a:rPr lang="ru-RU" smtClean="0"/>
              <a:t>10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67890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подзаголовок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04799"/>
            <a:ext cx="12191998" cy="3215641"/>
          </a:xfrm>
        </p:spPr>
        <p:txBody>
          <a:bodyPr lIns="0" rIns="0" bIns="0" rtlCol="0" anchor="b" anchorCtr="0">
            <a:noAutofit/>
          </a:bodyPr>
          <a:lstStyle>
            <a:lvl1pPr algn="ctr">
              <a:defRPr lang="ru-RU"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2" name="Подзаголовок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670628"/>
            <a:ext cx="12191997" cy="2577772"/>
          </a:xfrm>
        </p:spPr>
        <p:txBody>
          <a:bodyPr rtlCol="0">
            <a:noAutofit/>
          </a:bodyPr>
          <a:lstStyle>
            <a:lvl1pPr marL="0" indent="0" algn="ctr">
              <a:buNone/>
              <a:defRPr lang="ru-RU" sz="3200" b="0" i="0" cap="all" spc="600" baseline="0">
                <a:solidFill>
                  <a:schemeClr val="accent3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lang="ru-RU" sz="2000"/>
            </a:lvl2pPr>
            <a:lvl3pPr marL="914400" indent="0" algn="ctr">
              <a:buNone/>
              <a:defRPr lang="ru-RU" sz="1800"/>
            </a:lvl3pPr>
            <a:lvl4pPr marL="1371600" indent="0" algn="ctr">
              <a:buNone/>
              <a:defRPr lang="ru-RU" sz="1600"/>
            </a:lvl4pPr>
            <a:lvl5pPr marL="1828800" indent="0" algn="ctr">
              <a:buNone/>
              <a:defRPr lang="ru-RU" sz="1600"/>
            </a:lvl5pPr>
            <a:lvl6pPr marL="2286000" indent="0" algn="ctr">
              <a:buNone/>
              <a:defRPr lang="ru-RU" sz="1600"/>
            </a:lvl6pPr>
            <a:lvl7pPr marL="2743200" indent="0" algn="ctr">
              <a:buNone/>
              <a:defRPr lang="ru-RU" sz="1600"/>
            </a:lvl7pPr>
            <a:lvl8pPr marL="3200400" indent="0" algn="ctr">
              <a:buNone/>
              <a:defRPr lang="ru-RU" sz="1600"/>
            </a:lvl8pPr>
            <a:lvl9pPr marL="3657600" indent="0" algn="ctr">
              <a:buNone/>
              <a:defRPr lang="ru-RU" sz="1600"/>
            </a:lvl9pPr>
          </a:lstStyle>
          <a:p>
            <a:pPr rtl="0"/>
            <a:r>
              <a:rPr lang="ru-RU"/>
              <a:t>Подзаголовок слайда</a:t>
            </a:r>
          </a:p>
        </p:txBody>
      </p:sp>
    </p:spTree>
    <p:extLst>
      <p:ext uri="{BB962C8B-B14F-4D97-AF65-F5344CB8AC3E}">
        <p14:creationId xmlns:p14="http://schemas.microsoft.com/office/powerpoint/2010/main" val="4119321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rtlCol="0" anchor="ctr" anchorCtr="0">
            <a:noAutofit/>
          </a:bodyPr>
          <a:lstStyle>
            <a:lvl1pPr algn="ctr">
              <a:defRPr lang="ru-RU"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содержимое 3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pic>
          <p:nvPicPr>
            <p:cNvPr id="6" name="Объект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Группа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Овал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9" name="Графический объект 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ru-RU"/>
                </a:defPPr>
              </a:lstStyle>
              <a:p>
                <a:pPr rtl="0"/>
                <a:endParaRPr lang="ru-RU" dirty="0"/>
              </a:p>
            </p:txBody>
          </p:sp>
        </p:grp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rtlCol="0" anchor="b"/>
          <a:lstStyle>
            <a:lvl1pPr>
              <a:defRPr lang="ru-RU"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ru-RU"/>
              <a:t>Образец заголовка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бъект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 rtlCol="0"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lang="ru-RU"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lang="ru-RU"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lang="ru-RU"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lang="ru-RU"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lang="ru-RU" sz="12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109040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Заголовок и 2 столбца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EB5B81B-FCE8-FE9C-8F0A-6488B25F0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1869" y="579120"/>
            <a:ext cx="11548261" cy="2733306"/>
          </a:xfrm>
        </p:spPr>
        <p:txBody>
          <a:bodyPr rtlCol="0" anchor="b">
            <a:noAutofit/>
          </a:bodyPr>
          <a:lstStyle>
            <a:lvl1pPr algn="ctr">
              <a:defRPr lang="ru-RU" sz="3200" cap="all" spc="300" baseline="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5F877C2F-8190-18D9-5D24-5BD7B05A29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1868" y="3484615"/>
            <a:ext cx="11562303" cy="2387865"/>
          </a:xfrm>
        </p:spPr>
        <p:txBody>
          <a:bodyPr rtlCol="0">
            <a:noAutofit/>
          </a:bodyPr>
          <a:lstStyle>
            <a:lvl1pPr marL="0" indent="0" algn="ctr">
              <a:buNone/>
              <a:defRPr lang="ru-RU" sz="60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lang="ru-RU" sz="2000"/>
            </a:lvl2pPr>
            <a:lvl3pPr marL="914400" indent="0" algn="ctr">
              <a:buNone/>
              <a:defRPr lang="ru-RU" sz="1800"/>
            </a:lvl3pPr>
            <a:lvl4pPr marL="1371600" indent="0" algn="ctr">
              <a:buNone/>
              <a:defRPr lang="ru-RU" sz="1600"/>
            </a:lvl4pPr>
            <a:lvl5pPr marL="1828800" indent="0" algn="ctr">
              <a:buNone/>
              <a:defRPr lang="ru-RU" sz="1600"/>
            </a:lvl5pPr>
            <a:lvl6pPr marL="2286000" indent="0" algn="ctr">
              <a:buNone/>
              <a:defRPr lang="ru-RU" sz="1600"/>
            </a:lvl6pPr>
            <a:lvl7pPr marL="2743200" indent="0" algn="ctr">
              <a:buNone/>
              <a:defRPr lang="ru-RU" sz="1600"/>
            </a:lvl7pPr>
            <a:lvl8pPr marL="3200400" indent="0" algn="ctr">
              <a:buNone/>
              <a:defRPr lang="ru-RU" sz="1600"/>
            </a:lvl8pPr>
            <a:lvl9pPr marL="3657600" indent="0" algn="ctr">
              <a:buNone/>
              <a:defRPr lang="ru-RU" sz="1600"/>
            </a:lvl9pPr>
          </a:lstStyle>
          <a:p>
            <a:pPr rtl="0"/>
            <a:r>
              <a:rPr lang="ru-RU"/>
              <a:t>Подзаголовок слайда</a:t>
            </a:r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ru-RU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ru-RU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8659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664209F-41AB-70E5-1B9E-7490900C5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" y="1"/>
            <a:ext cx="12191997" cy="6857998"/>
          </a:xfrm>
          <a:prstGeom prst="rect">
            <a:avLst/>
          </a:prstGeom>
          <a:gradFill flip="none" rotWithShape="1">
            <a:gsLst>
              <a:gs pos="0">
                <a:srgbClr val="1A012C"/>
              </a:gs>
              <a:gs pos="45000">
                <a:srgbClr val="1A012C">
                  <a:alpha val="50000"/>
                </a:srgbClr>
              </a:gs>
              <a:gs pos="100000">
                <a:schemeClr val="accent6">
                  <a:lumMod val="50000"/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32D3409-585B-54E2-1DCC-AC58804E4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6350"/>
            <a:ext cx="6096000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9891" y="511762"/>
            <a:ext cx="4960830" cy="2785158"/>
          </a:xfrm>
        </p:spPr>
        <p:txBody>
          <a:bodyPr rtlCol="0" anchor="b">
            <a:noAutofit/>
          </a:bodyPr>
          <a:lstStyle>
            <a:lvl1pPr algn="l">
              <a:defRPr lang="ru-RU" sz="2400" cap="all" spc="300" baseline="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E47B8A5C-E279-DB0B-E9D3-9274178761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2640" y="3484615"/>
            <a:ext cx="4958081" cy="2387865"/>
          </a:xfrm>
        </p:spPr>
        <p:txBody>
          <a:bodyPr rtlCol="0">
            <a:noAutofit/>
          </a:bodyPr>
          <a:lstStyle>
            <a:lvl1pPr marL="0" indent="0" algn="l">
              <a:buNone/>
              <a:defRPr lang="ru-RU" sz="32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lang="ru-RU" sz="2000"/>
            </a:lvl2pPr>
            <a:lvl3pPr marL="914400" indent="0" algn="ctr">
              <a:buNone/>
              <a:defRPr lang="ru-RU" sz="1800"/>
            </a:lvl3pPr>
            <a:lvl4pPr marL="1371600" indent="0" algn="ctr">
              <a:buNone/>
              <a:defRPr lang="ru-RU" sz="1600"/>
            </a:lvl4pPr>
            <a:lvl5pPr marL="1828800" indent="0" algn="ctr">
              <a:buNone/>
              <a:defRPr lang="ru-RU" sz="1600"/>
            </a:lvl5pPr>
            <a:lvl6pPr marL="2286000" indent="0" algn="ctr">
              <a:buNone/>
              <a:defRPr lang="ru-RU" sz="1600"/>
            </a:lvl6pPr>
            <a:lvl7pPr marL="2743200" indent="0" algn="ctr">
              <a:buNone/>
              <a:defRPr lang="ru-RU" sz="1600"/>
            </a:lvl7pPr>
            <a:lvl8pPr marL="3200400" indent="0" algn="ctr">
              <a:buNone/>
              <a:defRPr lang="ru-RU" sz="1600"/>
            </a:lvl8pPr>
            <a:lvl9pPr marL="3657600" indent="0" algn="ctr">
              <a:buNone/>
              <a:defRPr lang="ru-RU" sz="1600"/>
            </a:lvl9pPr>
          </a:lstStyle>
          <a:p>
            <a:pPr rtl="0"/>
            <a:r>
              <a:rPr lang="ru-RU"/>
              <a:t>Подзаголовок слайда</a:t>
            </a: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D386C402-C5C5-2A54-C618-62673AD93CB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7638" y="336550"/>
            <a:ext cx="5322887" cy="6184900"/>
          </a:xfrm>
        </p:spPr>
        <p:txBody>
          <a:bodyPr rtlCol="0"/>
          <a:lstStyle>
            <a:lvl1pPr algn="ctr">
              <a:defRPr lang="ru-RU" sz="2000"/>
            </a:lvl1pPr>
          </a:lstStyle>
          <a:p>
            <a:pPr rtl="0"/>
            <a:r>
              <a:rPr lang="ru-RU"/>
              <a:t>Вставка рисунка</a:t>
            </a:r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ru-RU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ru-RU" dirty="0"/>
              <a:t>Заголовок презентации</a:t>
            </a:r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ru-RU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83218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Заголовок и 2 столбца">
    <p:bg>
      <p:bgPr>
        <a:gradFill>
          <a:gsLst>
            <a:gs pos="100000">
              <a:schemeClr val="tx2"/>
            </a:gs>
            <a:gs pos="79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14">
            <a:extLst>
              <a:ext uri="{FF2B5EF4-FFF2-40B4-BE49-F238E27FC236}">
                <a16:creationId xmlns:a16="http://schemas.microsoft.com/office/drawing/2014/main" id="{318CE367-BBCB-F4AB-635F-4C9995EA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6350"/>
            <a:ext cx="2356339" cy="6853863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CE3FBBA-81E2-31F1-EF51-02706B5B5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339" y="-6350"/>
            <a:ext cx="983180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9AD3746D-3CD1-FFA5-0019-AD0C588B1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5669" y="2002443"/>
            <a:ext cx="792211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05669" y="113097"/>
            <a:ext cx="7420819" cy="1656304"/>
          </a:xfrm>
        </p:spPr>
        <p:txBody>
          <a:bodyPr lIns="0" rtlCol="0" anchor="b">
            <a:noAutofit/>
          </a:bodyPr>
          <a:lstStyle>
            <a:lvl1pPr algn="l">
              <a:defRPr lang="ru-RU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3" name="Объект 12">
            <a:extLst>
              <a:ext uri="{FF2B5EF4-FFF2-40B4-BE49-F238E27FC236}">
                <a16:creationId xmlns:a16="http://schemas.microsoft.com/office/drawing/2014/main" id="{B9624CF4-7769-4663-3361-39136F5E20C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305669" y="2470150"/>
            <a:ext cx="7420819" cy="3676649"/>
          </a:xfrm>
        </p:spPr>
        <p:txBody>
          <a:bodyPr rtlCol="0"/>
          <a:lstStyle>
            <a:lvl1pPr marL="2857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ru-RU" sz="1800">
                <a:solidFill>
                  <a:schemeClr val="bg1"/>
                </a:solidFill>
                <a:latin typeface="+mn-lt"/>
              </a:defRPr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ru-RU" sz="1600">
                <a:solidFill>
                  <a:schemeClr val="bg1"/>
                </a:solidFill>
                <a:latin typeface="+mn-lt"/>
              </a:defRPr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ru-RU" sz="1400">
                <a:solidFill>
                  <a:schemeClr val="bg1"/>
                </a:solidFill>
                <a:latin typeface="+mn-lt"/>
              </a:defRPr>
            </a:lvl3pPr>
            <a:lvl4pPr marL="16573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ru-RU" sz="1200">
                <a:solidFill>
                  <a:schemeClr val="bg1"/>
                </a:solidFill>
                <a:latin typeface="+mn-lt"/>
              </a:defRPr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ru-RU" sz="12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ru-RU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ru-RU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8026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Заголовок и 2 столбца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4361F2FA-20C7-5447-C138-CE2CA186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" y="2"/>
            <a:ext cx="12191997" cy="6857998"/>
            <a:chOff x="3" y="2"/>
            <a:chExt cx="12191997" cy="6857998"/>
          </a:xfrm>
        </p:grpSpPr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DFEDD626-82E4-71C6-25F1-CDA46B7B3F39}"/>
                </a:ext>
              </a:extLst>
            </p:cNvPr>
            <p:cNvSpPr/>
            <p:nvPr/>
          </p:nvSpPr>
          <p:spPr>
            <a:xfrm>
              <a:off x="3" y="2"/>
              <a:ext cx="12191997" cy="6857998"/>
            </a:xfrm>
            <a:prstGeom prst="rect">
              <a:avLst/>
            </a:prstGeom>
            <a:gradFill flip="none" rotWithShape="1">
              <a:gsLst>
                <a:gs pos="0">
                  <a:srgbClr val="1A012C"/>
                </a:gs>
                <a:gs pos="45000">
                  <a:srgbClr val="1A012C">
                    <a:alpha val="50000"/>
                  </a:srgbClr>
                </a:gs>
                <a:gs pos="100000">
                  <a:schemeClr val="accent6">
                    <a:lumMod val="5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pic>
          <p:nvPicPr>
            <p:cNvPr id="3" name="Рисунок 2">
              <a:extLst>
                <a:ext uri="{FF2B5EF4-FFF2-40B4-BE49-F238E27FC236}">
                  <a16:creationId xmlns:a16="http://schemas.microsoft.com/office/drawing/2014/main" id="{CDC952AF-CE06-54F7-CB4A-1722F90A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" y="2"/>
              <a:ext cx="12191994" cy="6857996"/>
            </a:xfrm>
            <a:prstGeom prst="rect">
              <a:avLst/>
            </a:prstGeom>
          </p:spPr>
        </p:pic>
        <p:grpSp>
          <p:nvGrpSpPr>
            <p:cNvPr id="11" name="Группа 10">
              <a:extLst>
                <a:ext uri="{FF2B5EF4-FFF2-40B4-BE49-F238E27FC236}">
                  <a16:creationId xmlns:a16="http://schemas.microsoft.com/office/drawing/2014/main" id="{6E6EDFF3-843B-AAE9-DB73-423142606F52}"/>
                </a:ext>
              </a:extLst>
            </p:cNvPr>
            <p:cNvGrpSpPr/>
            <p:nvPr/>
          </p:nvGrpSpPr>
          <p:grpSpPr>
            <a:xfrm rot="5400000">
              <a:off x="1645776" y="1222395"/>
              <a:ext cx="431603" cy="412684"/>
              <a:chOff x="1870859" y="869908"/>
              <a:chExt cx="431603" cy="412684"/>
            </a:xfrm>
          </p:grpSpPr>
          <p:sp>
            <p:nvSpPr>
              <p:cNvPr id="12" name="Графический объект 15">
                <a:extLst>
                  <a:ext uri="{FF2B5EF4-FFF2-40B4-BE49-F238E27FC236}">
                    <a16:creationId xmlns:a16="http://schemas.microsoft.com/office/drawing/2014/main" id="{312F4F85-6C79-201D-E20D-64CD4728E4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ru-RU"/>
                </a:defPPr>
              </a:lstStyle>
              <a:p>
                <a:pPr rtl="0"/>
                <a:endParaRPr lang="ru-RU" dirty="0"/>
              </a:p>
            </p:txBody>
          </p:sp>
          <p:sp>
            <p:nvSpPr>
              <p:cNvPr id="13" name="Графический объект 12">
                <a:extLst>
                  <a:ext uri="{FF2B5EF4-FFF2-40B4-BE49-F238E27FC236}">
                    <a16:creationId xmlns:a16="http://schemas.microsoft.com/office/drawing/2014/main" id="{01D71DAD-ECC6-A850-88E4-A4EDCF494A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ru-RU"/>
                </a:defPPr>
              </a:lstStyle>
              <a:p>
                <a:pPr rtl="0"/>
                <a:endParaRPr lang="ru-RU" dirty="0"/>
              </a:p>
            </p:txBody>
          </p:sp>
        </p:grpSp>
        <p:grpSp>
          <p:nvGrpSpPr>
            <p:cNvPr id="14" name="Группа 13">
              <a:extLst>
                <a:ext uri="{FF2B5EF4-FFF2-40B4-BE49-F238E27FC236}">
                  <a16:creationId xmlns:a16="http://schemas.microsoft.com/office/drawing/2014/main" id="{C632CC6D-6024-2368-8EBA-4B7A2D6428BC}"/>
                </a:ext>
              </a:extLst>
            </p:cNvPr>
            <p:cNvGrpSpPr/>
            <p:nvPr/>
          </p:nvGrpSpPr>
          <p:grpSpPr>
            <a:xfrm rot="20626702">
              <a:off x="10248169" y="5448942"/>
              <a:ext cx="431603" cy="412684"/>
              <a:chOff x="1870859" y="869908"/>
              <a:chExt cx="431603" cy="412684"/>
            </a:xfrm>
          </p:grpSpPr>
          <p:sp>
            <p:nvSpPr>
              <p:cNvPr id="6" name="Графический объект 15">
                <a:extLst>
                  <a:ext uri="{FF2B5EF4-FFF2-40B4-BE49-F238E27FC236}">
                    <a16:creationId xmlns:a16="http://schemas.microsoft.com/office/drawing/2014/main" id="{B05BE7BE-7D54-A09B-8A67-6B28CF6BB6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ru-RU"/>
                </a:defPPr>
              </a:lstStyle>
              <a:p>
                <a:pPr rtl="0"/>
                <a:endParaRPr lang="ru-RU" dirty="0"/>
              </a:p>
            </p:txBody>
          </p:sp>
          <p:sp>
            <p:nvSpPr>
              <p:cNvPr id="7" name="Графический объект 12">
                <a:extLst>
                  <a:ext uri="{FF2B5EF4-FFF2-40B4-BE49-F238E27FC236}">
                    <a16:creationId xmlns:a16="http://schemas.microsoft.com/office/drawing/2014/main" id="{258346A9-F75C-6704-EEED-CF7A8A0F8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ru-RU"/>
                </a:defPPr>
              </a:lstStyle>
              <a:p>
                <a:pPr rtl="0"/>
                <a:endParaRPr lang="ru-RU" dirty="0"/>
              </a:p>
            </p:txBody>
          </p:sp>
        </p:grp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2CC39D-03B1-4933-F236-462B586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rtlCol="0" anchor="b"/>
          <a:lstStyle>
            <a:lvl1pPr algn="ctr">
              <a:defRPr lang="ru-RU" sz="3200" cap="all" spc="6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ru-RU"/>
              <a:t>Образец заголовка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F711CA51-49DC-62CA-F147-F286B1C9DB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32448" y="3962135"/>
            <a:ext cx="6327105" cy="2653771"/>
          </a:xfrm>
        </p:spPr>
        <p:txBody>
          <a:bodyPr rtlCol="0">
            <a:noAutofit/>
          </a:bodyPr>
          <a:lstStyle>
            <a:lvl1pPr marL="0" indent="0" algn="ctr">
              <a:buNone/>
              <a:defRPr lang="ru-RU" sz="1800" b="0" i="0" cap="all" spc="300" baseline="0">
                <a:solidFill>
                  <a:schemeClr val="bg1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lang="ru-RU" sz="2000"/>
            </a:lvl2pPr>
            <a:lvl3pPr marL="914400" indent="0" algn="ctr">
              <a:buNone/>
              <a:defRPr lang="ru-RU" sz="1800"/>
            </a:lvl3pPr>
            <a:lvl4pPr marL="1371600" indent="0" algn="ctr">
              <a:buNone/>
              <a:defRPr lang="ru-RU" sz="1600"/>
            </a:lvl4pPr>
            <a:lvl5pPr marL="1828800" indent="0" algn="ctr">
              <a:buNone/>
              <a:defRPr lang="ru-RU" sz="1600"/>
            </a:lvl5pPr>
            <a:lvl6pPr marL="2286000" indent="0" algn="ctr">
              <a:buNone/>
              <a:defRPr lang="ru-RU" sz="1600"/>
            </a:lvl6pPr>
            <a:lvl7pPr marL="2743200" indent="0" algn="ctr">
              <a:buNone/>
              <a:defRPr lang="ru-RU" sz="1600"/>
            </a:lvl7pPr>
            <a:lvl8pPr marL="3200400" indent="0" algn="ctr">
              <a:buNone/>
              <a:defRPr lang="ru-RU" sz="1600"/>
            </a:lvl8pPr>
            <a:lvl9pPr marL="3657600" indent="0" algn="ctr">
              <a:buNone/>
              <a:defRPr lang="ru-RU" sz="1600"/>
            </a:lvl9pPr>
          </a:lstStyle>
          <a:p>
            <a:pPr rtl="0"/>
            <a:r>
              <a:rPr lang="ru-RU"/>
              <a:t>Подзаголовок слайда</a:t>
            </a:r>
          </a:p>
        </p:txBody>
      </p:sp>
    </p:spTree>
    <p:extLst>
      <p:ext uri="{BB962C8B-B14F-4D97-AF65-F5344CB8AC3E}">
        <p14:creationId xmlns:p14="http://schemas.microsoft.com/office/powerpoint/2010/main" val="11183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Заголовок и 2 столбца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9C7D5518-914C-92E3-E9EC-26752C9F0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" y="-6350"/>
            <a:ext cx="12192000" cy="6864350"/>
            <a:chOff x="-1" y="-6350"/>
            <a:chExt cx="12192000" cy="686435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C82D0B82-F74C-65EF-3BF6-8EEA16F36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8750" y="-6350"/>
              <a:ext cx="10763249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pic>
          <p:nvPicPr>
            <p:cNvPr id="6" name="Рисунок 5" descr="Сине-лиловая спираль&#10;&#10;Автоматически созданное описание">
              <a:extLst>
                <a:ext uri="{FF2B5EF4-FFF2-40B4-BE49-F238E27FC236}">
                  <a16:creationId xmlns:a16="http://schemas.microsoft.com/office/drawing/2014/main" id="{44E12326-9CF4-38EC-1BAF-1F994F2208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93"/>
            <a:stretch/>
          </p:blipFill>
          <p:spPr>
            <a:xfrm flipH="1">
              <a:off x="-1" y="0"/>
              <a:ext cx="1428751" cy="6858000"/>
            </a:xfrm>
            <a:prstGeom prst="rect">
              <a:avLst/>
            </a:prstGeom>
          </p:spPr>
        </p:pic>
        <p:grpSp>
          <p:nvGrpSpPr>
            <p:cNvPr id="7" name="Группа 6">
              <a:extLst>
                <a:ext uri="{FF2B5EF4-FFF2-40B4-BE49-F238E27FC236}">
                  <a16:creationId xmlns:a16="http://schemas.microsoft.com/office/drawing/2014/main" id="{AD5C1D9C-B114-FC6A-9213-7287D39EAD9F}"/>
                </a:ext>
              </a:extLst>
            </p:cNvPr>
            <p:cNvGrpSpPr/>
            <p:nvPr/>
          </p:nvGrpSpPr>
          <p:grpSpPr>
            <a:xfrm>
              <a:off x="10649689" y="4382998"/>
              <a:ext cx="754139" cy="1865729"/>
              <a:chOff x="653351" y="2693558"/>
              <a:chExt cx="754139" cy="1865729"/>
            </a:xfrm>
          </p:grpSpPr>
          <p:sp>
            <p:nvSpPr>
              <p:cNvPr id="11" name="Графический объект 15">
                <a:extLst>
                  <a:ext uri="{FF2B5EF4-FFF2-40B4-BE49-F238E27FC236}">
                    <a16:creationId xmlns:a16="http://schemas.microsoft.com/office/drawing/2014/main" id="{2BC89B10-C93E-8CE5-73B3-F6049168C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98137" y="2693558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ru-RU"/>
                </a:defPPr>
              </a:lstStyle>
              <a:p>
                <a:pPr rtl="0"/>
                <a:endParaRPr lang="ru-RU" dirty="0"/>
              </a:p>
            </p:txBody>
          </p:sp>
          <p:sp>
            <p:nvSpPr>
              <p:cNvPr id="12" name="Графический объект 12">
                <a:extLst>
                  <a:ext uri="{FF2B5EF4-FFF2-40B4-BE49-F238E27FC236}">
                    <a16:creationId xmlns:a16="http://schemas.microsoft.com/office/drawing/2014/main" id="{39DB2AA2-9661-AC91-932D-2F1BEC47BD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306906" y="3837599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ru-RU"/>
                </a:defPPr>
              </a:lstStyle>
              <a:p>
                <a:pPr rtl="0"/>
                <a:endParaRPr lang="ru-RU" dirty="0"/>
              </a:p>
            </p:txBody>
          </p:sp>
          <p:sp>
            <p:nvSpPr>
              <p:cNvPr id="13" name="Графический объект 12">
                <a:extLst>
                  <a:ext uri="{FF2B5EF4-FFF2-40B4-BE49-F238E27FC236}">
                    <a16:creationId xmlns:a16="http://schemas.microsoft.com/office/drawing/2014/main" id="{86C9AC9B-3792-E880-03FE-D46FB046A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351" y="4521502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ru-RU"/>
                </a:defPPr>
              </a:lstStyle>
              <a:p>
                <a:pPr rtl="0"/>
                <a:endParaRPr lang="ru-RU" dirty="0"/>
              </a:p>
            </p:txBody>
          </p:sp>
        </p:grpSp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1142A133-65D6-D958-C0CD-E8D45B9BD7BB}"/>
                </a:ext>
              </a:extLst>
            </p:cNvPr>
            <p:cNvGrpSpPr/>
            <p:nvPr/>
          </p:nvGrpSpPr>
          <p:grpSpPr>
            <a:xfrm>
              <a:off x="1870859" y="869908"/>
              <a:ext cx="431603" cy="412684"/>
              <a:chOff x="1870859" y="869908"/>
              <a:chExt cx="431603" cy="412684"/>
            </a:xfrm>
          </p:grpSpPr>
          <p:sp>
            <p:nvSpPr>
              <p:cNvPr id="9" name="Графический объект 15">
                <a:extLst>
                  <a:ext uri="{FF2B5EF4-FFF2-40B4-BE49-F238E27FC236}">
                    <a16:creationId xmlns:a16="http://schemas.microsoft.com/office/drawing/2014/main" id="{A746B023-387D-4EAC-052B-60F131E6E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ru-RU"/>
                </a:defPPr>
              </a:lstStyle>
              <a:p>
                <a:pPr rtl="0"/>
                <a:endParaRPr lang="ru-RU" dirty="0"/>
              </a:p>
            </p:txBody>
          </p:sp>
          <p:sp>
            <p:nvSpPr>
              <p:cNvPr id="10" name="Графический объект 12">
                <a:extLst>
                  <a:ext uri="{FF2B5EF4-FFF2-40B4-BE49-F238E27FC236}">
                    <a16:creationId xmlns:a16="http://schemas.microsoft.com/office/drawing/2014/main" id="{20760125-21CF-A296-3EA7-3C6C0E9BCB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ru-RU"/>
                </a:defPPr>
              </a:lstStyle>
              <a:p>
                <a:pPr rtl="0"/>
                <a:endParaRPr lang="ru-RU" dirty="0"/>
              </a:p>
            </p:txBody>
          </p:sp>
        </p:grpSp>
      </p:grp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7F851D11-41E3-33F2-CBA6-B2A9A5A2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69139" y="2002443"/>
            <a:ext cx="88735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9620" y="162560"/>
            <a:ext cx="8843050" cy="1616904"/>
          </a:xfrm>
        </p:spPr>
        <p:txBody>
          <a:bodyPr lIns="0" rtlCol="0" anchor="b">
            <a:noAutofit/>
          </a:bodyPr>
          <a:lstStyle>
            <a:lvl1pPr algn="l">
              <a:defRPr lang="ru-RU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2373002" y="2474811"/>
            <a:ext cx="4015098" cy="3528397"/>
          </a:xfrm>
        </p:spPr>
        <p:txBody>
          <a:bodyPr rtlCol="0"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lang="ru-RU"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ru-RU"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ru-RU"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ru-RU" sz="1800" spc="0">
                <a:solidFill>
                  <a:schemeClr val="bg1"/>
                </a:solidFill>
              </a:defRPr>
            </a:lvl4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</p:txBody>
      </p:sp>
      <p:sp>
        <p:nvSpPr>
          <p:cNvPr id="21" name="Объект 4">
            <a:extLst>
              <a:ext uri="{FF2B5EF4-FFF2-40B4-BE49-F238E27FC236}">
                <a16:creationId xmlns:a16="http://schemas.microsoft.com/office/drawing/2014/main" id="{D77F99A7-26FA-422E-43E9-C76B4A56E44A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995159" y="2474811"/>
            <a:ext cx="4227332" cy="3528397"/>
          </a:xfrm>
        </p:spPr>
        <p:txBody>
          <a:bodyPr rtlCol="0"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lang="ru-RU"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ru-RU"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ru-RU"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ru-RU" sz="1800" spc="0">
                <a:solidFill>
                  <a:schemeClr val="bg1"/>
                </a:solidFill>
              </a:defRPr>
            </a:lvl4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ru-RU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ru-RU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582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Заголовок и 2 столбца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Графический объект 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1" name="Графический объект 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2" name="Графический объект 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rtlCol="0" anchor="b">
            <a:noAutofit/>
          </a:bodyPr>
          <a:lstStyle>
            <a:lvl1pPr algn="l">
              <a:defRPr lang="ru-RU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 rtlCol="0"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ru-RU"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lang="ru-RU"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lang="ru-RU"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lang="ru-RU"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</p:txBody>
      </p:sp>
      <p:sp>
        <p:nvSpPr>
          <p:cNvPr id="19" name="Объект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927600" y="2465539"/>
            <a:ext cx="6315069" cy="3723753"/>
          </a:xfrm>
        </p:spPr>
        <p:txBody>
          <a:bodyPr rtlCol="0"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lang="ru-RU"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ru-RU" sz="1800" spc="0">
                <a:solidFill>
                  <a:schemeClr val="bg1"/>
                </a:solidFill>
                <a:latin typeface="+mn-lt"/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ru-RU" sz="1800" spc="0">
                <a:solidFill>
                  <a:schemeClr val="bg1"/>
                </a:solidFill>
                <a:latin typeface="+mn-lt"/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ru-RU"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ru-RU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ru-RU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6622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Заголовок и 2 столбца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123B0D0-B01D-0BB0-6127-A878BE49D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39728" y="-6350"/>
            <a:ext cx="6154615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ru-RU"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9627" y="173736"/>
            <a:ext cx="4352662" cy="2203704"/>
          </a:xfrm>
        </p:spPr>
        <p:txBody>
          <a:bodyPr rtlCol="0" anchor="b">
            <a:noAutofit/>
          </a:bodyPr>
          <a:lstStyle>
            <a:lvl1pPr algn="l">
              <a:defRPr lang="ru-RU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6C363351-4779-B42E-ED7A-C4AF2920BABC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36550" y="336550"/>
            <a:ext cx="5303640" cy="6184900"/>
          </a:xfrm>
        </p:spPr>
        <p:txBody>
          <a:bodyPr rtlCol="0"/>
          <a:lstStyle>
            <a:lvl1pPr algn="ctr">
              <a:defRPr lang="ru-RU" sz="2000"/>
            </a:lvl1pPr>
          </a:lstStyle>
          <a:p>
            <a:pPr rtl="0"/>
            <a:r>
              <a:rPr lang="ru-RU"/>
              <a:t>Вставка рисунка</a:t>
            </a:r>
          </a:p>
        </p:txBody>
      </p:sp>
      <p:sp>
        <p:nvSpPr>
          <p:cNvPr id="19" name="Объект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9627" y="3104277"/>
            <a:ext cx="4371560" cy="3022201"/>
          </a:xfrm>
        </p:spPr>
        <p:txBody>
          <a:bodyPr rtlCol="0"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lang="ru-RU"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ru-RU"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ru-RU"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ru-RU" sz="1800" spc="0"/>
            </a:lvl4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ru-RU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ru-RU" smtClean="0"/>
              <a:pPr/>
              <a:t>‹#›</a:t>
            </a:fld>
            <a:endParaRPr lang="ru-RU" dirty="0"/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F0712911-615E-724B-FC0F-996291526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89627" y="2679480"/>
            <a:ext cx="4352662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082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Заголовок и 2 столбца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CFFF0E2-6B47-67EB-D6AA-D972E7B7C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6350"/>
            <a:ext cx="464695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ru-RU"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94827F6F-999F-23E9-8C09-325D1A76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80134"/>
            <a:ext cx="3114078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171396"/>
            <a:ext cx="3736630" cy="2202350"/>
          </a:xfrm>
        </p:spPr>
        <p:txBody>
          <a:bodyPr rtlCol="0" anchor="b">
            <a:noAutofit/>
          </a:bodyPr>
          <a:lstStyle>
            <a:lvl1pPr algn="l">
              <a:defRPr lang="ru-RU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9" name="Объект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41716" y="3078480"/>
            <a:ext cx="3108193" cy="3047997"/>
          </a:xfrm>
        </p:spPr>
        <p:txBody>
          <a:bodyPr rtlCol="0"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lang="ru-RU"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ru-RU"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ru-RU"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ru-RU" sz="1800" spc="0"/>
            </a:lvl4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</p:txBody>
      </p:sp>
      <p:sp>
        <p:nvSpPr>
          <p:cNvPr id="12" name="Заполнитель таблицы 11">
            <a:extLst>
              <a:ext uri="{FF2B5EF4-FFF2-40B4-BE49-F238E27FC236}">
                <a16:creationId xmlns:a16="http://schemas.microsoft.com/office/drawing/2014/main" id="{D360C16C-E69B-FDEF-F033-CA9A2E238288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7300" y="404813"/>
            <a:ext cx="6705600" cy="6048375"/>
          </a:xfrm>
        </p:spPr>
        <p:txBody>
          <a:bodyPr rtlCol="0"/>
          <a:lstStyle>
            <a:lvl1pPr>
              <a:defRPr lang="ru-RU" sz="2400">
                <a:latin typeface="+mn-lt"/>
              </a:defRPr>
            </a:lvl1pPr>
          </a:lstStyle>
          <a:p>
            <a:pPr rtl="0"/>
            <a:r>
              <a:rPr lang="ru-RU"/>
              <a:t>Вставка таблицы</a:t>
            </a:r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ru-RU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Заголовок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07219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Заголовок и 2 столбца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196A82D-0723-4BA3-0283-9F0D67B0C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6A20A5FD-BDFB-45F2-E644-E93FB81CA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416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562" y="433906"/>
            <a:ext cx="10515601" cy="1327464"/>
          </a:xfrm>
        </p:spPr>
        <p:txBody>
          <a:bodyPr rtlCol="0" anchor="b">
            <a:noAutofit/>
          </a:bodyPr>
          <a:lstStyle>
            <a:lvl1pPr algn="l">
              <a:defRPr lang="ru-RU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9" name="Объект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14302" y="2465535"/>
            <a:ext cx="7303538" cy="3427265"/>
          </a:xfrm>
        </p:spPr>
        <p:txBody>
          <a:bodyPr rtlCol="0"/>
          <a:lstStyle>
            <a:lvl1pPr marL="283464" indent="-283464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lang="ru-RU" sz="1800" spc="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lang="ru-RU" sz="1800" spc="0"/>
            </a:lvl2pPr>
            <a:lvl3pPr marL="859536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lang="ru-RU" sz="1800" spc="0"/>
            </a:lvl3pPr>
            <a:lvl4pPr marL="115214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lang="ru-RU" sz="1800" spc="0"/>
            </a:lvl4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</p:txBody>
      </p:sp>
      <p:sp>
        <p:nvSpPr>
          <p:cNvPr id="10" name="Объект 9">
            <a:extLst>
              <a:ext uri="{FF2B5EF4-FFF2-40B4-BE49-F238E27FC236}">
                <a16:creationId xmlns:a16="http://schemas.microsoft.com/office/drawing/2014/main" id="{4E7FC75E-AA73-003E-D4E3-B1819886AF9C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392160" y="2465388"/>
            <a:ext cx="2856865" cy="3427412"/>
          </a:xfrm>
        </p:spPr>
        <p:txBody>
          <a:bodyPr rtlCol="0"/>
          <a:lstStyle>
            <a:lvl1pPr marL="0" indent="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ru-RU" sz="1800">
                <a:solidFill>
                  <a:schemeClr val="bg1"/>
                </a:solidFill>
                <a:latin typeface="+mn-lt"/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lang="ru-RU" sz="1600">
                <a:solidFill>
                  <a:schemeClr val="bg1"/>
                </a:solidFill>
                <a:latin typeface="+mn-lt"/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lang="ru-RU" sz="1400">
                <a:solidFill>
                  <a:schemeClr val="bg1"/>
                </a:solidFill>
                <a:latin typeface="+mn-lt"/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lang="ru-RU" sz="1200">
                <a:solidFill>
                  <a:schemeClr val="bg1"/>
                </a:solidFill>
                <a:latin typeface="+mn-lt"/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lang="ru-RU" sz="12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ru-RU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ru-RU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5611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2 столбца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2D51531-1219-2E4B-DCE7-C6FD9D809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EC02E56-87A4-158A-F0B0-DB8E9BE3A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91547"/>
            <a:ext cx="10546763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643842"/>
            <a:ext cx="10515601" cy="1140849"/>
          </a:xfrm>
        </p:spPr>
        <p:txBody>
          <a:bodyPr lIns="0" rtlCol="0" anchor="b">
            <a:noAutofit/>
          </a:bodyPr>
          <a:lstStyle>
            <a:lvl1pPr algn="l">
              <a:defRPr lang="ru-RU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0" name="Заполнитель таблицы 9">
            <a:extLst>
              <a:ext uri="{FF2B5EF4-FFF2-40B4-BE49-F238E27FC236}">
                <a16:creationId xmlns:a16="http://schemas.microsoft.com/office/drawing/2014/main" id="{471D7DE3-05F5-8052-02FA-6EF9717E15B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5025" y="2560638"/>
            <a:ext cx="10515600" cy="3478212"/>
          </a:xfrm>
        </p:spPr>
        <p:txBody>
          <a:bodyPr rtlCol="0"/>
          <a:lstStyle>
            <a:lvl1pPr>
              <a:defRPr lang="ru-RU" sz="2400">
                <a:latin typeface="+mn-lt"/>
              </a:defRPr>
            </a:lvl1pPr>
          </a:lstStyle>
          <a:p>
            <a:pPr rtl="0"/>
            <a:r>
              <a:rPr lang="ru-RU"/>
              <a:t>Вставка таблицы</a:t>
            </a: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6468DE94-FC46-A848-7949-ABFEADAD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ru-RU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ru-RU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ение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289F5C3D-E9E6-75E0-BF7D-799B5CFE5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7"/>
            <a:ext cx="7616537" cy="6853863"/>
            <a:chOff x="4575462" y="4137"/>
            <a:chExt cx="7616537" cy="6853863"/>
          </a:xfrm>
        </p:grpSpPr>
        <p:grpSp>
          <p:nvGrpSpPr>
            <p:cNvPr id="16" name="Группа 15">
              <a:extLst>
                <a:ext uri="{FF2B5EF4-FFF2-40B4-BE49-F238E27FC236}">
                  <a16:creationId xmlns:a16="http://schemas.microsoft.com/office/drawing/2014/main" id="{CDE1D2C2-40C4-6B80-E8C6-B4CE94C23037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27" name="Овал 26">
                <a:extLst>
                  <a:ext uri="{FF2B5EF4-FFF2-40B4-BE49-F238E27FC236}">
                    <a16:creationId xmlns:a16="http://schemas.microsoft.com/office/drawing/2014/main" id="{7C904D88-E1BE-F1FA-D405-F55DA966DA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18" name="Графический объект 12">
                <a:extLst>
                  <a:ext uri="{FF2B5EF4-FFF2-40B4-BE49-F238E27FC236}">
                    <a16:creationId xmlns:a16="http://schemas.microsoft.com/office/drawing/2014/main" id="{1D8F0816-C429-D32E-058B-33405874DF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ru-RU"/>
                </a:defPPr>
              </a:lstStyle>
              <a:p>
                <a:pPr rtl="0"/>
                <a:endParaRPr lang="ru-RU" dirty="0"/>
              </a:p>
            </p:txBody>
          </p:sp>
        </p:grpSp>
        <p:pic>
          <p:nvPicPr>
            <p:cNvPr id="4" name="Объект 14">
              <a:extLst>
                <a:ext uri="{FF2B5EF4-FFF2-40B4-BE49-F238E27FC236}">
                  <a16:creationId xmlns:a16="http://schemas.microsoft.com/office/drawing/2014/main" id="{14AC0A97-7D79-3DBE-FB53-A9EBFD806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7"/>
              <a:ext cx="5649203" cy="6853863"/>
            </a:xfrm>
            <a:prstGeom prst="rect">
              <a:avLst/>
            </a:prstGeom>
          </p:spPr>
        </p:pic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831" y="173735"/>
            <a:ext cx="4409514" cy="2203704"/>
          </a:xfrm>
        </p:spPr>
        <p:txBody>
          <a:bodyPr rtlCol="0" anchor="b">
            <a:noAutofit/>
          </a:bodyPr>
          <a:lstStyle>
            <a:lvl1pPr>
              <a:defRPr lang="ru-RU" sz="3200" cap="all" baseline="0">
                <a:solidFill>
                  <a:schemeClr val="accent3"/>
                </a:solidFill>
              </a:defRPr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0D9D0F3E-69D8-49F3-5D7A-71FDC4E3EE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1850" y="3079119"/>
            <a:ext cx="4413250" cy="2752725"/>
          </a:xfrm>
        </p:spPr>
        <p:txBody>
          <a:bodyPr rtlCol="0"/>
          <a:lstStyle>
            <a:lvl1pPr>
              <a:lnSpc>
                <a:spcPct val="120000"/>
              </a:lnSpc>
              <a:spcBef>
                <a:spcPts val="1000"/>
              </a:spcBef>
              <a:defRPr lang="ru-RU"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lang="ru-RU"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lang="ru-RU"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lang="ru-RU"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lang="ru-RU" sz="12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61CFC792-44F7-2497-E19D-8FB08AFF9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79192"/>
            <a:ext cx="4101929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99000">
              <a:srgbClr val="0520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ru-RU"/>
            </a:defPPr>
          </a:lstStyle>
          <a:p>
            <a:pPr lvl="0" rtl="0"/>
            <a:r>
              <a:rPr lang="ru-RU"/>
              <a:t>Щелкните, чтобы изменить стили текста образца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ru-RU"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rtl="0"/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ru-RU"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rtl="0"/>
            <a:r>
              <a:rPr lang="ru-RU" dirty="0"/>
              <a:t>Заголовок презентации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ru-RU"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rtl="0"/>
            <a:fld id="{FE024F78-56A6-7740-B68D-8D4D026EDF3F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79" r:id="rId2"/>
    <p:sldLayoutId id="2147483669" r:id="rId3"/>
    <p:sldLayoutId id="2147483672" r:id="rId4"/>
    <p:sldLayoutId id="2147483673" r:id="rId5"/>
    <p:sldLayoutId id="2147483674" r:id="rId6"/>
    <p:sldLayoutId id="2147483671" r:id="rId7"/>
    <p:sldLayoutId id="2147483675" r:id="rId8"/>
    <p:sldLayoutId id="2147483676" r:id="rId9"/>
    <p:sldLayoutId id="2147483670" r:id="rId10"/>
    <p:sldLayoutId id="2147483677" r:id="rId11"/>
    <p:sldLayoutId id="2147483678" r:id="rId12"/>
    <p:sldLayoutId id="2147483664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4400" kern="1200" spc="300" baseline="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ru-RU"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lang="ru-RU"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lang="ru-RU"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lang="ru-RU"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lang="ru-RU"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3823678-7C14-453A-8D45-794E6FB22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56" y="112889"/>
            <a:ext cx="2359378" cy="10468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1CE0DE5-26A2-494B-A698-9D17EA1C3F8E}"/>
              </a:ext>
            </a:extLst>
          </p:cNvPr>
          <p:cNvSpPr txBox="1"/>
          <p:nvPr/>
        </p:nvSpPr>
        <p:spPr>
          <a:xfrm>
            <a:off x="4701821" y="2099734"/>
            <a:ext cx="2788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effectLst/>
                <a:latin typeface="Arial Black" panose="020B0A04020102020204" pitchFamily="34" charset="0"/>
              </a:rPr>
              <a:t>Проектная работа</a:t>
            </a:r>
            <a:endParaRPr lang="ru-RU" b="0" dirty="0">
              <a:solidFill>
                <a:schemeClr val="bg1"/>
              </a:solidFill>
              <a:effectLst/>
              <a:latin typeface="Arial Black" panose="020B0A04020102020204" pitchFamily="34" charset="0"/>
            </a:endParaRPr>
          </a:p>
          <a:p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00A29D-BA1F-4F4B-976D-5DCE2299FD91}"/>
              </a:ext>
            </a:extLst>
          </p:cNvPr>
          <p:cNvSpPr txBox="1"/>
          <p:nvPr/>
        </p:nvSpPr>
        <p:spPr>
          <a:xfrm>
            <a:off x="3855155" y="1358094"/>
            <a:ext cx="44816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Дизайн сетей ЦОД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1DF310-F62C-47FE-9539-2D8C9C30DDF0}"/>
              </a:ext>
            </a:extLst>
          </p:cNvPr>
          <p:cNvSpPr txBox="1"/>
          <p:nvPr/>
        </p:nvSpPr>
        <p:spPr>
          <a:xfrm>
            <a:off x="1219200" y="2884451"/>
            <a:ext cx="9753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Тема: Проектирование </a:t>
            </a:r>
            <a:r>
              <a:rPr lang="ru-RU" sz="2800" b="1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мультиподовой</a:t>
            </a:r>
            <a:r>
              <a:rPr lang="ru-RU" sz="2800" b="1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сети ЦОД на базе технологии EVPN-VXLAN</a:t>
            </a:r>
            <a:endParaRPr lang="ru-RU" sz="28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 algn="ctr"/>
            <a:endParaRPr lang="ru-RU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3CBAF7-352F-49E5-9876-D99A097A5051}"/>
              </a:ext>
            </a:extLst>
          </p:cNvPr>
          <p:cNvSpPr txBox="1"/>
          <p:nvPr/>
        </p:nvSpPr>
        <p:spPr>
          <a:xfrm>
            <a:off x="5747186" y="630644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2026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D7FCB9-D787-4FCD-8DE1-CA24925B970F}"/>
              </a:ext>
            </a:extLst>
          </p:cNvPr>
          <p:cNvSpPr txBox="1"/>
          <p:nvPr/>
        </p:nvSpPr>
        <p:spPr>
          <a:xfrm>
            <a:off x="8195734" y="5131275"/>
            <a:ext cx="3766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Выполнил: Белобородов Алексей</a:t>
            </a:r>
          </a:p>
        </p:txBody>
      </p:sp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1A2458FF-0D0C-4ACC-C6FB-103BC0BAD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044" y="1187805"/>
            <a:ext cx="2480732" cy="694448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 dirty="0"/>
              <a:t>Обо мне</a:t>
            </a:r>
          </a:p>
        </p:txBody>
      </p:sp>
      <p:sp>
        <p:nvSpPr>
          <p:cNvPr id="31" name="Текст 3">
            <a:extLst>
              <a:ext uri="{FF2B5EF4-FFF2-40B4-BE49-F238E27FC236}">
                <a16:creationId xmlns:a16="http://schemas.microsoft.com/office/drawing/2014/main" id="{F1239C0E-3F39-787D-0FC3-6B7C9BA37E8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58989" y="2910861"/>
            <a:ext cx="4978398" cy="3673734"/>
          </a:xfrm>
        </p:spPr>
        <p:txBody>
          <a:bodyPr rtlCol="0" anchor="t"/>
          <a:lstStyle>
            <a:defPPr>
              <a:defRPr lang="ru-RU"/>
            </a:defPPr>
          </a:lstStyle>
          <a:p>
            <a:pPr rtl="0"/>
            <a:r>
              <a:rPr lang="ru-RU" dirty="0"/>
              <a:t>ФИО: Белобородов Алексей Сергеевич</a:t>
            </a:r>
          </a:p>
          <a:p>
            <a:pPr rtl="0"/>
            <a:r>
              <a:rPr lang="ru-RU" dirty="0"/>
              <a:t>Возраст: 38 лет</a:t>
            </a:r>
          </a:p>
          <a:p>
            <a:pPr rtl="0"/>
            <a:r>
              <a:rPr lang="ru-RU" dirty="0"/>
              <a:t>Образование: </a:t>
            </a:r>
            <a:r>
              <a:rPr lang="ru-RU" dirty="0" err="1"/>
              <a:t>СибГУТИ</a:t>
            </a:r>
            <a:r>
              <a:rPr lang="ru-RU" dirty="0"/>
              <a:t>, Бакалавр</a:t>
            </a:r>
          </a:p>
          <a:p>
            <a:pPr rtl="0"/>
            <a:r>
              <a:rPr lang="ru-RU" dirty="0"/>
              <a:t>Факультет: Инфокоммуникационные технологии и системы связи</a:t>
            </a:r>
          </a:p>
          <a:p>
            <a:pPr rtl="0"/>
            <a:r>
              <a:rPr lang="ru-RU" dirty="0"/>
              <a:t>Место работы: Кей Поинт Новосибирск</a:t>
            </a:r>
          </a:p>
          <a:p>
            <a:pPr rtl="0"/>
            <a:r>
              <a:rPr lang="ru-RU" dirty="0"/>
              <a:t>Должность: Системный администратор ЦОД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959B3-7F6D-446F-8965-5F2127593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32" y="77778"/>
            <a:ext cx="1734257" cy="76946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B4EBC3B-91BD-47BC-B6FD-4B7FAE8D415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2721"/>
          <a:stretch/>
        </p:blipFill>
        <p:spPr>
          <a:xfrm>
            <a:off x="6852355" y="949736"/>
            <a:ext cx="4549422" cy="527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59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F60903-003B-273E-3584-5312F76C3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2069" y="587126"/>
            <a:ext cx="7420819" cy="948059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 dirty="0"/>
              <a:t>Оборудование для проекта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427AC08-382C-40D4-A7BF-05D236C9D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99" y="2905592"/>
            <a:ext cx="2359378" cy="10468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D2EB3A-1EA5-48A1-BFEA-6195963BA96D}"/>
              </a:ext>
            </a:extLst>
          </p:cNvPr>
          <p:cNvSpPr txBox="1"/>
          <p:nvPr/>
        </p:nvSpPr>
        <p:spPr>
          <a:xfrm>
            <a:off x="3986000" y="4841242"/>
            <a:ext cx="6096000" cy="1702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Arista (</a:t>
            </a:r>
            <a:r>
              <a:rPr lang="en-US" dirty="0" err="1">
                <a:solidFill>
                  <a:schemeClr val="bg1"/>
                </a:solidFill>
              </a:rPr>
              <a:t>vEOS</a:t>
            </a:r>
            <a:r>
              <a:rPr lang="en-US" dirty="0">
                <a:solidFill>
                  <a:schemeClr val="bg1"/>
                </a:solidFill>
              </a:rPr>
              <a:t>-lab, EOS-4.29.2F)</a:t>
            </a:r>
            <a:endParaRPr lang="ru-RU" dirty="0">
              <a:solidFill>
                <a:schemeClr val="bg1"/>
              </a:solidFill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Cisco Nexus (Nexus9000 C9300v)</a:t>
            </a:r>
            <a:endParaRPr lang="ru-RU" dirty="0">
              <a:solidFill>
                <a:schemeClr val="bg1"/>
              </a:solidFill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Juniper </a:t>
            </a:r>
            <a:r>
              <a:rPr lang="en-US" dirty="0" err="1">
                <a:solidFill>
                  <a:schemeClr val="bg1"/>
                </a:solidFill>
              </a:rPr>
              <a:t>vMX</a:t>
            </a:r>
            <a:r>
              <a:rPr lang="en-US" dirty="0">
                <a:solidFill>
                  <a:schemeClr val="bg1"/>
                </a:solidFill>
              </a:rPr>
              <a:t> (vmx-14.1R4.8-domestic)</a:t>
            </a:r>
            <a:endParaRPr lang="ru-RU" dirty="0">
              <a:solidFill>
                <a:schemeClr val="bg1"/>
              </a:solidFill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VPCS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AB9DB5-BD11-42C3-AC4D-DC165800B7F4}"/>
              </a:ext>
            </a:extLst>
          </p:cNvPr>
          <p:cNvSpPr txBox="1"/>
          <p:nvPr/>
        </p:nvSpPr>
        <p:spPr>
          <a:xfrm>
            <a:off x="3318933" y="2262050"/>
            <a:ext cx="8263467" cy="2533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Процессор: </a:t>
            </a:r>
            <a:r>
              <a:rPr lang="pt-BR" dirty="0">
                <a:solidFill>
                  <a:schemeClr val="bg1"/>
                </a:solidFill>
              </a:rPr>
              <a:t>Intel(R) Xeon(R) Silver 4310 CPU @ 2.10GHz (2.10 GHz)</a:t>
            </a:r>
            <a:endParaRPr lang="ru-RU" dirty="0">
              <a:solidFill>
                <a:schemeClr val="bg1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Оперативная память: 64 ГБ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Операционная система: </a:t>
            </a:r>
            <a:r>
              <a:rPr lang="en-US" dirty="0">
                <a:solidFill>
                  <a:schemeClr val="bg1"/>
                </a:solidFill>
              </a:rPr>
              <a:t>Windows 11 pro</a:t>
            </a:r>
            <a:endParaRPr lang="ru-RU" dirty="0">
              <a:solidFill>
                <a:schemeClr val="bg1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Система виртуализации: </a:t>
            </a:r>
            <a:r>
              <a:rPr lang="en-US" dirty="0">
                <a:solidFill>
                  <a:schemeClr val="bg1"/>
                </a:solidFill>
              </a:rPr>
              <a:t>VMware Workstation 17 Pro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Образ стенда</a:t>
            </a:r>
            <a:r>
              <a:rPr lang="en-US" dirty="0">
                <a:solidFill>
                  <a:schemeClr val="bg1"/>
                </a:solidFill>
              </a:rPr>
              <a:t>: </a:t>
            </a:r>
            <a:r>
              <a:rPr lang="en-US" dirty="0" err="1">
                <a:solidFill>
                  <a:schemeClr val="bg1"/>
                </a:solidFill>
              </a:rPr>
              <a:t>PNETLab</a:t>
            </a:r>
            <a:endParaRPr lang="ru-RU" dirty="0">
              <a:solidFill>
                <a:schemeClr val="bg1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Образы оборудования:</a:t>
            </a:r>
          </a:p>
        </p:txBody>
      </p:sp>
    </p:spTree>
    <p:extLst>
      <p:ext uri="{BB962C8B-B14F-4D97-AF65-F5344CB8AC3E}">
        <p14:creationId xmlns:p14="http://schemas.microsoft.com/office/powerpoint/2010/main" val="1962637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7B143DD3-1CD0-4BA3-923E-4CF77825DDAC}"/>
              </a:ext>
            </a:extLst>
          </p:cNvPr>
          <p:cNvSpPr txBox="1"/>
          <p:nvPr/>
        </p:nvSpPr>
        <p:spPr>
          <a:xfrm>
            <a:off x="654755" y="1997929"/>
            <a:ext cx="10916356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8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Спроектировать и собрать схему двух Центров Обработки Данных и </a:t>
            </a:r>
            <a:r>
              <a:rPr lang="ru-RU" sz="28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объеденить</a:t>
            </a:r>
            <a:r>
              <a:rPr lang="ru-RU" sz="28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их по технологии </a:t>
            </a:r>
            <a:r>
              <a:rPr lang="ru-RU" sz="28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Multipod</a:t>
            </a:r>
            <a:r>
              <a:rPr lang="ru-RU" sz="28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 algn="just"/>
            <a:r>
              <a:rPr lang="ru-RU" sz="28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Схемы должны быть спроектированы на базе архитектуры </a:t>
            </a:r>
            <a:r>
              <a:rPr lang="ru-RU" sz="28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Spine-Leaf</a:t>
            </a:r>
            <a:r>
              <a:rPr lang="ru-RU" sz="28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 Объединяющие устройства </a:t>
            </a:r>
            <a:r>
              <a:rPr lang="ru-RU" sz="28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Border-leaf</a:t>
            </a:r>
            <a:r>
              <a:rPr lang="ru-RU" sz="28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в каждом ЦОД должны быть соединены через условную сеть провайдера с помощью технологии VPLS. Обеспечить отказоустойчивое подключение клиентского оборудования (хостов) в каждом ЦОД.</a:t>
            </a:r>
          </a:p>
          <a:p>
            <a:pPr algn="just"/>
            <a:endParaRPr lang="ru-RU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2973C331-0095-4B67-AC91-3F3E18660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3733" y="621096"/>
            <a:ext cx="10295467" cy="948059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 dirty="0">
                <a:solidFill>
                  <a:srgbClr val="00B0F0"/>
                </a:solidFill>
              </a:rPr>
              <a:t>Цель проекта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D8C4538-C30E-4AF5-B60E-C02E885B1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4283" y="372468"/>
            <a:ext cx="1966999" cy="790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93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7AF812F-61D8-471C-86ED-A41C236BA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8257" y="157876"/>
            <a:ext cx="1966999" cy="790391"/>
          </a:xfrm>
          <a:prstGeom prst="rect">
            <a:avLst/>
          </a:prstGeom>
        </p:spPr>
      </p:pic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3FBAD169-8014-4652-8A9A-668C2204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2975" y="1116543"/>
            <a:ext cx="3583517" cy="620888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 dirty="0">
                <a:solidFill>
                  <a:srgbClr val="00B0F0"/>
                </a:solidFill>
              </a:rPr>
              <a:t>Почему </a:t>
            </a:r>
            <a:r>
              <a:rPr lang="en-US" dirty="0">
                <a:solidFill>
                  <a:srgbClr val="00B0F0"/>
                </a:solidFill>
              </a:rPr>
              <a:t>VPLS</a:t>
            </a:r>
            <a:endParaRPr lang="ru-RU" dirty="0">
              <a:solidFill>
                <a:srgbClr val="00B0F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A65F4D-0FF6-434E-9870-F5C13029C0C5}"/>
              </a:ext>
            </a:extLst>
          </p:cNvPr>
          <p:cNvSpPr txBox="1"/>
          <p:nvPr/>
        </p:nvSpPr>
        <p:spPr>
          <a:xfrm>
            <a:off x="1943099" y="2182595"/>
            <a:ext cx="97613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>
                <a:solidFill>
                  <a:schemeClr val="bg1"/>
                </a:solidFill>
              </a:rPr>
              <a:t>Технология VPLS (Virtual Private LAN Service) выбирается для объединения удаленных офисов или узлов связи в единую виртуальную сеть второго уровня (Layer 2), обеспечивая общую прозрачную среду Ethernet, полный контроль над маршрутизацией и простую работу с сетевыми протоколами.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77CDFD-8690-4E36-A9D1-289C1302F482}"/>
              </a:ext>
            </a:extLst>
          </p:cNvPr>
          <p:cNvSpPr txBox="1"/>
          <p:nvPr/>
        </p:nvSpPr>
        <p:spPr>
          <a:xfrm>
            <a:off x="1943099" y="3715931"/>
            <a:ext cx="976136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>
                <a:solidFill>
                  <a:schemeClr val="bg1"/>
                </a:solidFill>
              </a:rPr>
              <a:t>Главные плюсы </a:t>
            </a:r>
            <a:r>
              <a:rPr lang="en-US" dirty="0">
                <a:solidFill>
                  <a:schemeClr val="bg1"/>
                </a:solidFill>
              </a:rPr>
              <a:t>VPLS</a:t>
            </a:r>
            <a:r>
              <a:rPr lang="ru-RU" dirty="0">
                <a:solidFill>
                  <a:schemeClr val="bg1"/>
                </a:solidFill>
              </a:rPr>
              <a:t>:</a:t>
            </a:r>
          </a:p>
          <a:p>
            <a:pPr algn="just"/>
            <a:endParaRPr lang="ru-RU" dirty="0">
              <a:solidFill>
                <a:schemeClr val="bg1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Эмуляция </a:t>
            </a:r>
            <a:r>
              <a:rPr lang="en-US" dirty="0">
                <a:solidFill>
                  <a:schemeClr val="bg1"/>
                </a:solidFill>
              </a:rPr>
              <a:t>LAN</a:t>
            </a:r>
            <a:r>
              <a:rPr lang="ru-RU" dirty="0">
                <a:solidFill>
                  <a:schemeClr val="bg1"/>
                </a:solidFill>
              </a:rPr>
              <a:t> – Объединение географически разнесенных узлов связи так в единую </a:t>
            </a:r>
            <a:r>
              <a:rPr lang="en-US" dirty="0">
                <a:solidFill>
                  <a:schemeClr val="bg1"/>
                </a:solidFill>
              </a:rPr>
              <a:t>LAN </a:t>
            </a:r>
            <a:r>
              <a:rPr lang="ru-RU" dirty="0">
                <a:solidFill>
                  <a:schemeClr val="bg1"/>
                </a:solidFill>
              </a:rPr>
              <a:t>сеть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Прозрачность трафика: Передача любых протоколов и типов пакетов, так как сеть работает на канальном уровне (L2).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«Точка-</a:t>
            </a:r>
            <a:r>
              <a:rPr lang="ru-RU" dirty="0" err="1">
                <a:solidFill>
                  <a:schemeClr val="bg1"/>
                </a:solidFill>
              </a:rPr>
              <a:t>многоточка</a:t>
            </a:r>
            <a:r>
              <a:rPr lang="ru-RU" dirty="0">
                <a:solidFill>
                  <a:schemeClr val="bg1"/>
                </a:solidFill>
              </a:rPr>
              <a:t>» -  VPLS соединяет множество точек в кольцо или звезду (многоточечная связь), а не просто два узла связи между собой, что максимально удобно при расширении и масштабировании сети ЦОД</a:t>
            </a:r>
          </a:p>
        </p:txBody>
      </p:sp>
    </p:spTree>
    <p:extLst>
      <p:ext uri="{BB962C8B-B14F-4D97-AF65-F5344CB8AC3E}">
        <p14:creationId xmlns:p14="http://schemas.microsoft.com/office/powerpoint/2010/main" val="1073601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8692FC88-DAD7-F5AD-7831-DE5432210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12227942" cy="6857997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9598FB8-9B16-4943-86DA-265C19DDA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83537"/>
            <a:ext cx="6327105" cy="605084"/>
          </a:xfrm>
        </p:spPr>
        <p:txBody>
          <a:bodyPr/>
          <a:lstStyle/>
          <a:p>
            <a:r>
              <a:rPr lang="ru-RU" dirty="0"/>
              <a:t>Схема сети 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5CD7AD1-241B-4265-9A67-33E63C60A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845" y="642907"/>
            <a:ext cx="10318043" cy="620093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BC389C-FA09-4086-A431-FB424959FD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39" y="78554"/>
            <a:ext cx="1416872" cy="56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733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2973C331-0095-4B67-AC91-3F3E18660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9262" y="459171"/>
            <a:ext cx="8373309" cy="406296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 sz="2400" dirty="0">
                <a:solidFill>
                  <a:srgbClr val="00B0F0"/>
                </a:solidFill>
              </a:rPr>
              <a:t>Проверка корректность работы </a:t>
            </a:r>
            <a:r>
              <a:rPr lang="en-US" sz="2400" dirty="0">
                <a:solidFill>
                  <a:srgbClr val="00B0F0"/>
                </a:solidFill>
              </a:rPr>
              <a:t>EVPN</a:t>
            </a:r>
            <a:endParaRPr lang="ru-RU" sz="2400" dirty="0">
              <a:solidFill>
                <a:srgbClr val="00B0F0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D8C4538-C30E-4AF5-B60E-C02E885B1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66" y="344266"/>
            <a:ext cx="1306482" cy="52497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E932351-44C3-484B-80AE-DB6A9EF3DA7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147" b="5563"/>
          <a:stretch/>
        </p:blipFill>
        <p:spPr>
          <a:xfrm>
            <a:off x="497826" y="923925"/>
            <a:ext cx="6773220" cy="137406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862CA9D-C3C6-4B02-BA00-0967A39FE83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15650"/>
          <a:stretch/>
        </p:blipFill>
        <p:spPr>
          <a:xfrm>
            <a:off x="497826" y="3681588"/>
            <a:ext cx="6897063" cy="137406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E24A644-4A00-4F47-B180-9D1D94D2A90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524" b="12049"/>
          <a:stretch/>
        </p:blipFill>
        <p:spPr>
          <a:xfrm>
            <a:off x="4657706" y="2297994"/>
            <a:ext cx="7163800" cy="1350256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5E8D7C0-4C2D-4394-B1AB-039BD1CD8EA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2181" b="5907"/>
          <a:stretch/>
        </p:blipFill>
        <p:spPr>
          <a:xfrm>
            <a:off x="4867286" y="5069945"/>
            <a:ext cx="695422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750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2973C331-0095-4B67-AC91-3F3E18660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9345" y="464919"/>
            <a:ext cx="8373309" cy="406296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 sz="2400" dirty="0">
                <a:solidFill>
                  <a:srgbClr val="00B0F0"/>
                </a:solidFill>
              </a:rPr>
              <a:t>Проверка связности</a:t>
            </a:r>
            <a:r>
              <a:rPr lang="en-US" sz="2400" dirty="0">
                <a:solidFill>
                  <a:srgbClr val="00B0F0"/>
                </a:solidFill>
              </a:rPr>
              <a:t> EVPN </a:t>
            </a:r>
            <a:r>
              <a:rPr lang="ru-RU" sz="2400" dirty="0">
                <a:solidFill>
                  <a:srgbClr val="00B0F0"/>
                </a:solidFill>
              </a:rPr>
              <a:t>через </a:t>
            </a:r>
            <a:r>
              <a:rPr lang="en-US" sz="2400" dirty="0">
                <a:solidFill>
                  <a:srgbClr val="00B0F0"/>
                </a:solidFill>
              </a:rPr>
              <a:t>VPLS</a:t>
            </a:r>
            <a:endParaRPr lang="ru-RU" sz="2400" dirty="0">
              <a:solidFill>
                <a:srgbClr val="00B0F0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D8C4538-C30E-4AF5-B60E-C02E885B1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7566" y="344266"/>
            <a:ext cx="1306482" cy="52497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3B8E58E-BFF2-4751-9794-25B2B24E5F24}"/>
              </a:ext>
            </a:extLst>
          </p:cNvPr>
          <p:cNvSpPr txBox="1"/>
          <p:nvPr/>
        </p:nvSpPr>
        <p:spPr>
          <a:xfrm>
            <a:off x="2973341" y="2214740"/>
            <a:ext cx="883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POD-1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B75DD7-7498-4029-B970-C3BE5D33092E}"/>
              </a:ext>
            </a:extLst>
          </p:cNvPr>
          <p:cNvSpPr txBox="1"/>
          <p:nvPr/>
        </p:nvSpPr>
        <p:spPr>
          <a:xfrm>
            <a:off x="8508527" y="1344642"/>
            <a:ext cx="883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POD-2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B498EEF-D3CB-462F-B8B4-EF5D42ACC9A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6807"/>
          <a:stretch/>
        </p:blipFill>
        <p:spPr>
          <a:xfrm>
            <a:off x="332485" y="2584072"/>
            <a:ext cx="5708375" cy="3671676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FFE2B26C-B5AD-44FC-A6F9-E2A77F090BA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7199"/>
          <a:stretch/>
        </p:blipFill>
        <p:spPr>
          <a:xfrm>
            <a:off x="6095999" y="1733097"/>
            <a:ext cx="5708696" cy="3671676"/>
          </a:xfrm>
          <a:prstGeom prst="rect">
            <a:avLst/>
          </a:prstGeom>
        </p:spPr>
      </p:pic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60003EBB-DE87-46A4-83DA-394B02CFE697}"/>
              </a:ext>
            </a:extLst>
          </p:cNvPr>
          <p:cNvCxnSpPr>
            <a:cxnSpLocks/>
          </p:cNvCxnSpPr>
          <p:nvPr/>
        </p:nvCxnSpPr>
        <p:spPr>
          <a:xfrm>
            <a:off x="326980" y="4756150"/>
            <a:ext cx="172089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620379E7-E939-4D0C-8369-BA9A8995C4FA}"/>
              </a:ext>
            </a:extLst>
          </p:cNvPr>
          <p:cNvCxnSpPr>
            <a:cxnSpLocks/>
          </p:cNvCxnSpPr>
          <p:nvPr/>
        </p:nvCxnSpPr>
        <p:spPr>
          <a:xfrm>
            <a:off x="6095999" y="4597400"/>
            <a:ext cx="169545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Облачко с текстом: прямоугольное 28">
            <a:extLst>
              <a:ext uri="{FF2B5EF4-FFF2-40B4-BE49-F238E27FC236}">
                <a16:creationId xmlns:a16="http://schemas.microsoft.com/office/drawing/2014/main" id="{FA6A8B0F-1F09-4010-8587-B016E3E395A8}"/>
              </a:ext>
            </a:extLst>
          </p:cNvPr>
          <p:cNvSpPr/>
          <p:nvPr/>
        </p:nvSpPr>
        <p:spPr>
          <a:xfrm>
            <a:off x="8220075" y="5274086"/>
            <a:ext cx="2586566" cy="980280"/>
          </a:xfrm>
          <a:prstGeom prst="wedgeRectCallout">
            <a:avLst>
              <a:gd name="adj1" fmla="val -67708"/>
              <a:gd name="adj2" fmla="val -114739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Указан сосед с </a:t>
            </a:r>
            <a:r>
              <a:rPr lang="en-US" dirty="0"/>
              <a:t>IP</a:t>
            </a:r>
            <a:r>
              <a:rPr lang="ru-RU" dirty="0"/>
              <a:t> адресом из соседней </a:t>
            </a:r>
            <a:r>
              <a:rPr lang="en-US" dirty="0"/>
              <a:t>AS 65000 </a:t>
            </a:r>
            <a:endParaRPr lang="ru-RU" dirty="0"/>
          </a:p>
        </p:txBody>
      </p:sp>
      <p:sp>
        <p:nvSpPr>
          <p:cNvPr id="32" name="Облачко с текстом: прямоугольное 31">
            <a:extLst>
              <a:ext uri="{FF2B5EF4-FFF2-40B4-BE49-F238E27FC236}">
                <a16:creationId xmlns:a16="http://schemas.microsoft.com/office/drawing/2014/main" id="{1B676F75-1BCB-40C3-9FB9-09CABDDE29A0}"/>
              </a:ext>
            </a:extLst>
          </p:cNvPr>
          <p:cNvSpPr/>
          <p:nvPr/>
        </p:nvSpPr>
        <p:spPr>
          <a:xfrm>
            <a:off x="746540" y="1225376"/>
            <a:ext cx="2586566" cy="980280"/>
          </a:xfrm>
          <a:prstGeom prst="wedgeRectCallout">
            <a:avLst>
              <a:gd name="adj1" fmla="val 50"/>
              <a:gd name="adj2" fmla="val 304047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Указан сосед с </a:t>
            </a:r>
            <a:r>
              <a:rPr lang="en-US" dirty="0"/>
              <a:t>IP</a:t>
            </a:r>
            <a:r>
              <a:rPr lang="ru-RU" dirty="0"/>
              <a:t> адресом из соседней </a:t>
            </a:r>
            <a:r>
              <a:rPr lang="en-US" dirty="0"/>
              <a:t>AS 65200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2400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2973C331-0095-4B67-AC91-3F3E18660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9262" y="459171"/>
            <a:ext cx="8373309" cy="406296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 sz="2400" dirty="0">
                <a:solidFill>
                  <a:srgbClr val="00B0F0"/>
                </a:solidFill>
              </a:rPr>
              <a:t>Проверка </a:t>
            </a:r>
            <a:r>
              <a:rPr lang="en-US" sz="2400" dirty="0">
                <a:solidFill>
                  <a:srgbClr val="00B0F0"/>
                </a:solidFill>
              </a:rPr>
              <a:t>L3 </a:t>
            </a:r>
            <a:r>
              <a:rPr lang="ru-RU" sz="2400" dirty="0">
                <a:solidFill>
                  <a:srgbClr val="00B0F0"/>
                </a:solidFill>
              </a:rPr>
              <a:t>связности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D8C4538-C30E-4AF5-B60E-C02E885B1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7566" y="344266"/>
            <a:ext cx="1306482" cy="524978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F0719F9-3F1F-4435-AA4C-136E5E86634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57"/>
          <a:stretch/>
        </p:blipFill>
        <p:spPr>
          <a:xfrm>
            <a:off x="4529249" y="1918174"/>
            <a:ext cx="3482341" cy="448065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FABD030-FF98-46A6-861F-B4B0BDD2ED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855" y="1088681"/>
            <a:ext cx="4006489" cy="373890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D6F1876-1BA9-4AFD-8A46-D3EEA87FA2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288" y="2851575"/>
            <a:ext cx="3710346" cy="366215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EFA2A1-97B2-4E0C-ADE7-E3FF6023CC73}"/>
              </a:ext>
            </a:extLst>
          </p:cNvPr>
          <p:cNvSpPr txBox="1"/>
          <p:nvPr/>
        </p:nvSpPr>
        <p:spPr>
          <a:xfrm>
            <a:off x="1803895" y="719349"/>
            <a:ext cx="883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POD-1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B8E58E-BFF2-4751-9794-25B2B24E5F24}"/>
              </a:ext>
            </a:extLst>
          </p:cNvPr>
          <p:cNvSpPr txBox="1"/>
          <p:nvPr/>
        </p:nvSpPr>
        <p:spPr>
          <a:xfrm>
            <a:off x="9564641" y="2376699"/>
            <a:ext cx="883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POD-2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B75DD7-7498-4029-B970-C3BE5D33092E}"/>
              </a:ext>
            </a:extLst>
          </p:cNvPr>
          <p:cNvSpPr txBox="1"/>
          <p:nvPr/>
        </p:nvSpPr>
        <p:spPr>
          <a:xfrm>
            <a:off x="5212360" y="1548431"/>
            <a:ext cx="1826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POD-1 – POD-2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7942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8000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>
                <a:lumMod val="50000"/>
              </a:schemeClr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CE1ABEC8-43FD-4F21-A7D2-70200D862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3186" y="1323974"/>
            <a:ext cx="2104464" cy="986789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 dirty="0"/>
              <a:t>Вывод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AE5F2E56-9F77-E1C2-EC04-EA959822CA6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8000" y="3079120"/>
            <a:ext cx="5588000" cy="2302506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 dirty="0"/>
              <a:t>Проект был разработан и реализован согласно поставленной задачи. Связность между VM (виртуальными машинами) и Хостами как внутри одного пода так и между ними реализована. Отказоустойчивое подключение хостов по технологии </a:t>
            </a:r>
            <a:r>
              <a:rPr lang="en-US" dirty="0"/>
              <a:t>Multihoming</a:t>
            </a:r>
            <a:r>
              <a:rPr lang="ru-RU" dirty="0"/>
              <a:t> выполнено.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18911C8-688D-4B53-A172-9F707E11F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3675" y="3429000"/>
            <a:ext cx="1664198" cy="668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464980"/>
      </p:ext>
    </p:extLst>
  </p:cSld>
  <p:clrMapOvr>
    <a:masterClrMapping/>
  </p:clrMapOvr>
</p:sld>
</file>

<file path=ppt/theme/theme1.xml><?xml version="1.0" encoding="utf-8"?>
<a:theme xmlns:a="http://schemas.openxmlformats.org/drawingml/2006/main" name="Пользовательская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ustom 15">
      <a:majorFont>
        <a:latin typeface="Biome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49608_TF11936837_Win32.potx" id="{B72F49F3-09E2-4865-8A2A-AA9B2A757565}" vid="{A5849C83-848C-4432-B41C-6248F8F45B64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77B561B-3A65-4A22-9691-EB838E7F9B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137456-21FC-4AE2-8A94-BF06CAF2EB9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305301E-11B3-4B9D-A588-21F3C980937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Презентация для результатов научных исследований</Template>
  <TotalTime>128</TotalTime>
  <Words>377</Words>
  <Application>Microsoft Office PowerPoint</Application>
  <PresentationFormat>Широкоэкранный</PresentationFormat>
  <Paragraphs>56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8" baseType="lpstr">
      <vt:lpstr>Arial</vt:lpstr>
      <vt:lpstr>Arial Black</vt:lpstr>
      <vt:lpstr>Arial Nova</vt:lpstr>
      <vt:lpstr>Biome</vt:lpstr>
      <vt:lpstr>Calibri</vt:lpstr>
      <vt:lpstr>Consolas</vt:lpstr>
      <vt:lpstr>Wingdings</vt:lpstr>
      <vt:lpstr>Пользовательская</vt:lpstr>
      <vt:lpstr>Презентация PowerPoint</vt:lpstr>
      <vt:lpstr>Обо мне</vt:lpstr>
      <vt:lpstr>Оборудование для проекта</vt:lpstr>
      <vt:lpstr>Цель проекта</vt:lpstr>
      <vt:lpstr>Почему VPLS</vt:lpstr>
      <vt:lpstr>Схема сети </vt:lpstr>
      <vt:lpstr>Проверка корректность работы EVPN</vt:lpstr>
      <vt:lpstr>Проверка связности EVPN через VPLS</vt:lpstr>
      <vt:lpstr>Проверка L3 связности</vt:lpstr>
      <vt:lpstr>Вывод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Alex</dc:creator>
  <cp:lastModifiedBy>Alex</cp:lastModifiedBy>
  <cp:revision>12</cp:revision>
  <dcterms:created xsi:type="dcterms:W3CDTF">2026-08-04T06:42:00Z</dcterms:created>
  <dcterms:modified xsi:type="dcterms:W3CDTF">2026-08-04T08:50:55Z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